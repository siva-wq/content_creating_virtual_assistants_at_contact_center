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ULLANGULA VENKATA SIVA GANGADHAR" userId="c3bf295ad325b2ea" providerId="LiveId" clId="{336B00B0-3460-450D-84A8-EADAF1B571E3}"/>
    <pc:docChg chg="undo custSel modSld">
      <pc:chgData name="VULLANGULA VENKATA SIVA GANGADHAR" userId="c3bf295ad325b2ea" providerId="LiveId" clId="{336B00B0-3460-450D-84A8-EADAF1B571E3}" dt="2025-01-29T13:48:33.001" v="23" actId="113"/>
      <pc:docMkLst>
        <pc:docMk/>
      </pc:docMkLst>
      <pc:sldChg chg="modSp mod">
        <pc:chgData name="VULLANGULA VENKATA SIVA GANGADHAR" userId="c3bf295ad325b2ea" providerId="LiveId" clId="{336B00B0-3460-450D-84A8-EADAF1B571E3}" dt="2025-01-29T11:40:03" v="0"/>
        <pc:sldMkLst>
          <pc:docMk/>
          <pc:sldMk cId="2884999850" sldId="256"/>
        </pc:sldMkLst>
        <pc:spChg chg="mod">
          <ac:chgData name="VULLANGULA VENKATA SIVA GANGADHAR" userId="c3bf295ad325b2ea" providerId="LiveId" clId="{336B00B0-3460-450D-84A8-EADAF1B571E3}" dt="2025-01-29T11:40:03" v="0"/>
          <ac:spMkLst>
            <pc:docMk/>
            <pc:sldMk cId="2884999850" sldId="256"/>
            <ac:spMk id="2" creationId="{FA83930A-E179-A8D3-A55B-1FADADAFF29C}"/>
          </ac:spMkLst>
        </pc:spChg>
      </pc:sldChg>
      <pc:sldChg chg="modSp mod">
        <pc:chgData name="VULLANGULA VENKATA SIVA GANGADHAR" userId="c3bf295ad325b2ea" providerId="LiveId" clId="{336B00B0-3460-450D-84A8-EADAF1B571E3}" dt="2025-01-29T12:40:39.688" v="9" actId="1038"/>
        <pc:sldMkLst>
          <pc:docMk/>
          <pc:sldMk cId="998396486" sldId="257"/>
        </pc:sldMkLst>
        <pc:spChg chg="mod">
          <ac:chgData name="VULLANGULA VENKATA SIVA GANGADHAR" userId="c3bf295ad325b2ea" providerId="LiveId" clId="{336B00B0-3460-450D-84A8-EADAF1B571E3}" dt="2025-01-29T11:40:34.140" v="3"/>
          <ac:spMkLst>
            <pc:docMk/>
            <pc:sldMk cId="998396486" sldId="257"/>
            <ac:spMk id="2" creationId="{DF17F042-4AAB-DEC4-2C2C-8689EC65853E}"/>
          </ac:spMkLst>
        </pc:spChg>
        <pc:spChg chg="mod">
          <ac:chgData name="VULLANGULA VENKATA SIVA GANGADHAR" userId="c3bf295ad325b2ea" providerId="LiveId" clId="{336B00B0-3460-450D-84A8-EADAF1B571E3}" dt="2025-01-29T12:40:38.475" v="8" actId="20577"/>
          <ac:spMkLst>
            <pc:docMk/>
            <pc:sldMk cId="998396486" sldId="257"/>
            <ac:spMk id="6" creationId="{4662E17A-9D30-A2E5-44F2-348485E1F355}"/>
          </ac:spMkLst>
        </pc:spChg>
        <pc:spChg chg="mod">
          <ac:chgData name="VULLANGULA VENKATA SIVA GANGADHAR" userId="c3bf295ad325b2ea" providerId="LiveId" clId="{336B00B0-3460-450D-84A8-EADAF1B571E3}" dt="2025-01-29T12:40:39.688" v="9" actId="1038"/>
          <ac:spMkLst>
            <pc:docMk/>
            <pc:sldMk cId="998396486" sldId="257"/>
            <ac:spMk id="7" creationId="{CA87A19C-64C0-6012-4BC8-DC1C730D629A}"/>
          </ac:spMkLst>
        </pc:spChg>
      </pc:sldChg>
      <pc:sldChg chg="modSp mod">
        <pc:chgData name="VULLANGULA VENKATA SIVA GANGADHAR" userId="c3bf295ad325b2ea" providerId="LiveId" clId="{336B00B0-3460-450D-84A8-EADAF1B571E3}" dt="2025-01-29T11:53:46.879" v="7" actId="20577"/>
        <pc:sldMkLst>
          <pc:docMk/>
          <pc:sldMk cId="1216279491" sldId="258"/>
        </pc:sldMkLst>
        <pc:spChg chg="mod">
          <ac:chgData name="VULLANGULA VENKATA SIVA GANGADHAR" userId="c3bf295ad325b2ea" providerId="LiveId" clId="{336B00B0-3460-450D-84A8-EADAF1B571E3}" dt="2025-01-29T11:53:46.879" v="7" actId="20577"/>
          <ac:spMkLst>
            <pc:docMk/>
            <pc:sldMk cId="1216279491" sldId="258"/>
            <ac:spMk id="6" creationId="{934D389C-013F-82C5-4471-C654D5411B3B}"/>
          </ac:spMkLst>
        </pc:spChg>
      </pc:sldChg>
      <pc:sldChg chg="modSp mod">
        <pc:chgData name="VULLANGULA VENKATA SIVA GANGADHAR" userId="c3bf295ad325b2ea" providerId="LiveId" clId="{336B00B0-3460-450D-84A8-EADAF1B571E3}" dt="2025-01-29T13:07:50.262" v="13" actId="20577"/>
        <pc:sldMkLst>
          <pc:docMk/>
          <pc:sldMk cId="255838240" sldId="259"/>
        </pc:sldMkLst>
        <pc:spChg chg="mod">
          <ac:chgData name="VULLANGULA VENKATA SIVA GANGADHAR" userId="c3bf295ad325b2ea" providerId="LiveId" clId="{336B00B0-3460-450D-84A8-EADAF1B571E3}" dt="2025-01-29T13:07:50.262" v="13" actId="20577"/>
          <ac:spMkLst>
            <pc:docMk/>
            <pc:sldMk cId="255838240" sldId="259"/>
            <ac:spMk id="8" creationId="{717B46B3-3711-D7BD-82F4-A933D37051ED}"/>
          </ac:spMkLst>
        </pc:spChg>
      </pc:sldChg>
      <pc:sldChg chg="modSp mod">
        <pc:chgData name="VULLANGULA VENKATA SIVA GANGADHAR" userId="c3bf295ad325b2ea" providerId="LiveId" clId="{336B00B0-3460-450D-84A8-EADAF1B571E3}" dt="2025-01-29T13:48:33.001" v="23" actId="113"/>
        <pc:sldMkLst>
          <pc:docMk/>
          <pc:sldMk cId="1840728322" sldId="260"/>
        </pc:sldMkLst>
        <pc:spChg chg="mod">
          <ac:chgData name="VULLANGULA VENKATA SIVA GANGADHAR" userId="c3bf295ad325b2ea" providerId="LiveId" clId="{336B00B0-3460-450D-84A8-EADAF1B571E3}" dt="2025-01-29T13:48:33.001" v="23" actId="113"/>
          <ac:spMkLst>
            <pc:docMk/>
            <pc:sldMk cId="1840728322" sldId="260"/>
            <ac:spMk id="6" creationId="{AF4E0770-36F6-E23F-3456-6DB72A6532E3}"/>
          </ac:spMkLst>
        </pc:spChg>
      </pc:sldChg>
      <pc:sldChg chg="modSp mod">
        <pc:chgData name="VULLANGULA VENKATA SIVA GANGADHAR" userId="c3bf295ad325b2ea" providerId="LiveId" clId="{336B00B0-3460-450D-84A8-EADAF1B571E3}" dt="2025-01-29T13:21:13.331" v="16" actId="20577"/>
        <pc:sldMkLst>
          <pc:docMk/>
          <pc:sldMk cId="564694823" sldId="262"/>
        </pc:sldMkLst>
        <pc:spChg chg="mod">
          <ac:chgData name="VULLANGULA VENKATA SIVA GANGADHAR" userId="c3bf295ad325b2ea" providerId="LiveId" clId="{336B00B0-3460-450D-84A8-EADAF1B571E3}" dt="2025-01-29T13:21:13.331" v="16" actId="20577"/>
          <ac:spMkLst>
            <pc:docMk/>
            <pc:sldMk cId="564694823" sldId="262"/>
            <ac:spMk id="6" creationId="{E752DE0C-5D3C-6E63-CA67-4763CA30927D}"/>
          </ac:spMkLst>
        </pc:spChg>
      </pc:sldChg>
    </pc:docChg>
  </pc:docChgLst>
  <pc:docChgLst>
    <pc:chgData name="VULLANGULA VENKATA SIVA GANGADHAR" userId="c3bf295ad325b2ea" providerId="LiveId" clId="{94F73DB3-59CD-4F1E-930A-AD4F1C114A99}"/>
    <pc:docChg chg="undo custSel modSld">
      <pc:chgData name="VULLANGULA VENKATA SIVA GANGADHAR" userId="c3bf295ad325b2ea" providerId="LiveId" clId="{94F73DB3-59CD-4F1E-930A-AD4F1C114A99}" dt="2024-11-10T12:48:05.018" v="101" actId="123"/>
      <pc:docMkLst>
        <pc:docMk/>
      </pc:docMkLst>
      <pc:sldChg chg="modSp mod">
        <pc:chgData name="VULLANGULA VENKATA SIVA GANGADHAR" userId="c3bf295ad325b2ea" providerId="LiveId" clId="{94F73DB3-59CD-4F1E-930A-AD4F1C114A99}" dt="2024-11-10T12:33:58.023" v="3" actId="1076"/>
        <pc:sldMkLst>
          <pc:docMk/>
          <pc:sldMk cId="2884999850" sldId="256"/>
        </pc:sldMkLst>
        <pc:spChg chg="mod">
          <ac:chgData name="VULLANGULA VENKATA SIVA GANGADHAR" userId="c3bf295ad325b2ea" providerId="LiveId" clId="{94F73DB3-59CD-4F1E-930A-AD4F1C114A99}" dt="2024-11-10T12:33:46.450" v="1" actId="123"/>
          <ac:spMkLst>
            <pc:docMk/>
            <pc:sldMk cId="2884999850" sldId="256"/>
            <ac:spMk id="2" creationId="{FA83930A-E179-A8D3-A55B-1FADADAFF29C}"/>
          </ac:spMkLst>
        </pc:spChg>
        <pc:spChg chg="mod">
          <ac:chgData name="VULLANGULA VENKATA SIVA GANGADHAR" userId="c3bf295ad325b2ea" providerId="LiveId" clId="{94F73DB3-59CD-4F1E-930A-AD4F1C114A99}" dt="2024-11-10T12:33:58.023" v="3" actId="1076"/>
          <ac:spMkLst>
            <pc:docMk/>
            <pc:sldMk cId="2884999850" sldId="256"/>
            <ac:spMk id="3" creationId="{4B36B3EF-AD3D-8A67-62DF-380645A41E03}"/>
          </ac:spMkLst>
        </pc:spChg>
      </pc:sldChg>
      <pc:sldChg chg="modSp mod">
        <pc:chgData name="VULLANGULA VENKATA SIVA GANGADHAR" userId="c3bf295ad325b2ea" providerId="LiveId" clId="{94F73DB3-59CD-4F1E-930A-AD4F1C114A99}" dt="2024-11-10T12:47:23.039" v="91" actId="123"/>
        <pc:sldMkLst>
          <pc:docMk/>
          <pc:sldMk cId="998396486" sldId="257"/>
        </pc:sldMkLst>
        <pc:spChg chg="mod">
          <ac:chgData name="VULLANGULA VENKATA SIVA GANGADHAR" userId="c3bf295ad325b2ea" providerId="LiveId" clId="{94F73DB3-59CD-4F1E-930A-AD4F1C114A99}" dt="2024-11-10T12:47:23.039" v="91" actId="123"/>
          <ac:spMkLst>
            <pc:docMk/>
            <pc:sldMk cId="998396486" sldId="257"/>
            <ac:spMk id="6" creationId="{4662E17A-9D30-A2E5-44F2-348485E1F355}"/>
          </ac:spMkLst>
        </pc:spChg>
        <pc:spChg chg="mod">
          <ac:chgData name="VULLANGULA VENKATA SIVA GANGADHAR" userId="c3bf295ad325b2ea" providerId="LiveId" clId="{94F73DB3-59CD-4F1E-930A-AD4F1C114A99}" dt="2024-11-10T12:45:55.836" v="63" actId="1076"/>
          <ac:spMkLst>
            <pc:docMk/>
            <pc:sldMk cId="998396486" sldId="257"/>
            <ac:spMk id="7" creationId="{CA87A19C-64C0-6012-4BC8-DC1C730D629A}"/>
          </ac:spMkLst>
        </pc:spChg>
        <pc:picChg chg="mod">
          <ac:chgData name="VULLANGULA VENKATA SIVA GANGADHAR" userId="c3bf295ad325b2ea" providerId="LiveId" clId="{94F73DB3-59CD-4F1E-930A-AD4F1C114A99}" dt="2024-11-10T12:45:55.774" v="62"/>
          <ac:picMkLst>
            <pc:docMk/>
            <pc:sldMk cId="998396486" sldId="257"/>
            <ac:picMk id="5" creationId="{26A82803-646B-6A85-4690-70460B960678}"/>
          </ac:picMkLst>
        </pc:picChg>
      </pc:sldChg>
      <pc:sldChg chg="modSp">
        <pc:chgData name="VULLANGULA VENKATA SIVA GANGADHAR" userId="c3bf295ad325b2ea" providerId="LiveId" clId="{94F73DB3-59CD-4F1E-930A-AD4F1C114A99}" dt="2024-11-10T12:45:55.774" v="62"/>
        <pc:sldMkLst>
          <pc:docMk/>
          <pc:sldMk cId="1216279491" sldId="258"/>
        </pc:sldMkLst>
        <pc:spChg chg="mod">
          <ac:chgData name="VULLANGULA VENKATA SIVA GANGADHAR" userId="c3bf295ad325b2ea" providerId="LiveId" clId="{94F73DB3-59CD-4F1E-930A-AD4F1C114A99}" dt="2024-11-10T12:45:55.774" v="62"/>
          <ac:spMkLst>
            <pc:docMk/>
            <pc:sldMk cId="1216279491" sldId="258"/>
            <ac:spMk id="2" creationId="{20A1981C-DD6F-CF80-2AB3-CDA117A404D1}"/>
          </ac:spMkLst>
        </pc:spChg>
        <pc:picChg chg="mod">
          <ac:chgData name="VULLANGULA VENKATA SIVA GANGADHAR" userId="c3bf295ad325b2ea" providerId="LiveId" clId="{94F73DB3-59CD-4F1E-930A-AD4F1C114A99}" dt="2024-11-10T12:45:55.774" v="62"/>
          <ac:picMkLst>
            <pc:docMk/>
            <pc:sldMk cId="1216279491" sldId="258"/>
            <ac:picMk id="5" creationId="{4B320C07-C177-21DA-24A0-1ED8F18A8AC4}"/>
          </ac:picMkLst>
        </pc:picChg>
      </pc:sldChg>
      <pc:sldChg chg="modSp mod">
        <pc:chgData name="VULLANGULA VENKATA SIVA GANGADHAR" userId="c3bf295ad325b2ea" providerId="LiveId" clId="{94F73DB3-59CD-4F1E-930A-AD4F1C114A99}" dt="2024-11-10T12:48:05.018" v="101" actId="123"/>
        <pc:sldMkLst>
          <pc:docMk/>
          <pc:sldMk cId="255838240" sldId="259"/>
        </pc:sldMkLst>
        <pc:spChg chg="mod">
          <ac:chgData name="VULLANGULA VENKATA SIVA GANGADHAR" userId="c3bf295ad325b2ea" providerId="LiveId" clId="{94F73DB3-59CD-4F1E-930A-AD4F1C114A99}" dt="2024-11-10T12:45:55.774" v="62"/>
          <ac:spMkLst>
            <pc:docMk/>
            <pc:sldMk cId="255838240" sldId="259"/>
            <ac:spMk id="2" creationId="{F57D1908-6CB3-6621-E4DB-8FBD592D2166}"/>
          </ac:spMkLst>
        </pc:spChg>
        <pc:spChg chg="mod">
          <ac:chgData name="VULLANGULA VENKATA SIVA GANGADHAR" userId="c3bf295ad325b2ea" providerId="LiveId" clId="{94F73DB3-59CD-4F1E-930A-AD4F1C114A99}" dt="2024-11-10T12:48:05.018" v="101" actId="123"/>
          <ac:spMkLst>
            <pc:docMk/>
            <pc:sldMk cId="255838240" sldId="259"/>
            <ac:spMk id="8" creationId="{717B46B3-3711-D7BD-82F4-A933D37051ED}"/>
          </ac:spMkLst>
        </pc:spChg>
        <pc:picChg chg="mod">
          <ac:chgData name="VULLANGULA VENKATA SIVA GANGADHAR" userId="c3bf295ad325b2ea" providerId="LiveId" clId="{94F73DB3-59CD-4F1E-930A-AD4F1C114A99}" dt="2024-11-10T12:45:55.774" v="62"/>
          <ac:picMkLst>
            <pc:docMk/>
            <pc:sldMk cId="255838240" sldId="259"/>
            <ac:picMk id="7" creationId="{542398CE-9524-6BB9-E315-C4004905D497}"/>
          </ac:picMkLst>
        </pc:picChg>
      </pc:sldChg>
      <pc:sldChg chg="modSp mod">
        <pc:chgData name="VULLANGULA VENKATA SIVA GANGADHAR" userId="c3bf295ad325b2ea" providerId="LiveId" clId="{94F73DB3-59CD-4F1E-930A-AD4F1C114A99}" dt="2024-11-10T12:45:55.774" v="62"/>
        <pc:sldMkLst>
          <pc:docMk/>
          <pc:sldMk cId="1840728322" sldId="260"/>
        </pc:sldMkLst>
        <pc:spChg chg="mod">
          <ac:chgData name="VULLANGULA VENKATA SIVA GANGADHAR" userId="c3bf295ad325b2ea" providerId="LiveId" clId="{94F73DB3-59CD-4F1E-930A-AD4F1C114A99}" dt="2024-11-10T12:45:55.774" v="62"/>
          <ac:spMkLst>
            <pc:docMk/>
            <pc:sldMk cId="1840728322" sldId="260"/>
            <ac:spMk id="2" creationId="{A31F0C3E-AE13-6866-4B2B-42FC50254F78}"/>
          </ac:spMkLst>
        </pc:spChg>
        <pc:spChg chg="mod">
          <ac:chgData name="VULLANGULA VENKATA SIVA GANGADHAR" userId="c3bf295ad325b2ea" providerId="LiveId" clId="{94F73DB3-59CD-4F1E-930A-AD4F1C114A99}" dt="2024-11-10T12:40:48.237" v="40" actId="123"/>
          <ac:spMkLst>
            <pc:docMk/>
            <pc:sldMk cId="1840728322" sldId="260"/>
            <ac:spMk id="6" creationId="{AF4E0770-36F6-E23F-3456-6DB72A6532E3}"/>
          </ac:spMkLst>
        </pc:spChg>
        <pc:picChg chg="mod">
          <ac:chgData name="VULLANGULA VENKATA SIVA GANGADHAR" userId="c3bf295ad325b2ea" providerId="LiveId" clId="{94F73DB3-59CD-4F1E-930A-AD4F1C114A99}" dt="2024-11-10T12:45:55.774" v="62"/>
          <ac:picMkLst>
            <pc:docMk/>
            <pc:sldMk cId="1840728322" sldId="260"/>
            <ac:picMk id="5" creationId="{1315E88D-9CFE-CFE6-6236-D1A6C17E4214}"/>
          </ac:picMkLst>
        </pc:picChg>
      </pc:sldChg>
      <pc:sldChg chg="modSp">
        <pc:chgData name="VULLANGULA VENKATA SIVA GANGADHAR" userId="c3bf295ad325b2ea" providerId="LiveId" clId="{94F73DB3-59CD-4F1E-930A-AD4F1C114A99}" dt="2024-11-10T12:45:55.774" v="62"/>
        <pc:sldMkLst>
          <pc:docMk/>
          <pc:sldMk cId="2088699985" sldId="261"/>
        </pc:sldMkLst>
        <pc:spChg chg="mod">
          <ac:chgData name="VULLANGULA VENKATA SIVA GANGADHAR" userId="c3bf295ad325b2ea" providerId="LiveId" clId="{94F73DB3-59CD-4F1E-930A-AD4F1C114A99}" dt="2024-11-10T12:45:55.774" v="62"/>
          <ac:spMkLst>
            <pc:docMk/>
            <pc:sldMk cId="2088699985" sldId="261"/>
            <ac:spMk id="2" creationId="{633EB64F-CD59-956B-FA49-3A46AF33468B}"/>
          </ac:spMkLst>
        </pc:spChg>
        <pc:picChg chg="mod">
          <ac:chgData name="VULLANGULA VENKATA SIVA GANGADHAR" userId="c3bf295ad325b2ea" providerId="LiveId" clId="{94F73DB3-59CD-4F1E-930A-AD4F1C114A99}" dt="2024-11-10T12:45:55.774" v="62"/>
          <ac:picMkLst>
            <pc:docMk/>
            <pc:sldMk cId="2088699985" sldId="261"/>
            <ac:picMk id="7" creationId="{D20654A2-6271-D787-BD6B-5C9B14E63E57}"/>
          </ac:picMkLst>
        </pc:picChg>
      </pc:sldChg>
      <pc:sldChg chg="modSp mod">
        <pc:chgData name="VULLANGULA VENKATA SIVA GANGADHAR" userId="c3bf295ad325b2ea" providerId="LiveId" clId="{94F73DB3-59CD-4F1E-930A-AD4F1C114A99}" dt="2024-11-10T12:45:55.774" v="62"/>
        <pc:sldMkLst>
          <pc:docMk/>
          <pc:sldMk cId="564694823" sldId="262"/>
        </pc:sldMkLst>
        <pc:spChg chg="mod">
          <ac:chgData name="VULLANGULA VENKATA SIVA GANGADHAR" userId="c3bf295ad325b2ea" providerId="LiveId" clId="{94F73DB3-59CD-4F1E-930A-AD4F1C114A99}" dt="2024-11-10T12:45:55.774" v="62"/>
          <ac:spMkLst>
            <pc:docMk/>
            <pc:sldMk cId="564694823" sldId="262"/>
            <ac:spMk id="2" creationId="{E9653085-403D-5BEF-D190-2DC0C814BDFB}"/>
          </ac:spMkLst>
        </pc:spChg>
        <pc:spChg chg="mod">
          <ac:chgData name="VULLANGULA VENKATA SIVA GANGADHAR" userId="c3bf295ad325b2ea" providerId="LiveId" clId="{94F73DB3-59CD-4F1E-930A-AD4F1C114A99}" dt="2024-11-10T12:33:31.542" v="0" actId="123"/>
          <ac:spMkLst>
            <pc:docMk/>
            <pc:sldMk cId="564694823" sldId="262"/>
            <ac:spMk id="6" creationId="{E752DE0C-5D3C-6E63-CA67-4763CA30927D}"/>
          </ac:spMkLst>
        </pc:spChg>
        <pc:picChg chg="mod">
          <ac:chgData name="VULLANGULA VENKATA SIVA GANGADHAR" userId="c3bf295ad325b2ea" providerId="LiveId" clId="{94F73DB3-59CD-4F1E-930A-AD4F1C114A99}" dt="2024-11-10T12:45:55.774" v="62"/>
          <ac:picMkLst>
            <pc:docMk/>
            <pc:sldMk cId="564694823" sldId="262"/>
            <ac:picMk id="5" creationId="{F0575D73-5423-1941-D60A-259B2C640677}"/>
          </ac:picMkLst>
        </pc:picChg>
      </pc:sldChg>
      <pc:sldChg chg="modSp setBg">
        <pc:chgData name="VULLANGULA VENKATA SIVA GANGADHAR" userId="c3bf295ad325b2ea" providerId="LiveId" clId="{94F73DB3-59CD-4F1E-930A-AD4F1C114A99}" dt="2024-11-10T12:46:54.761" v="87"/>
        <pc:sldMkLst>
          <pc:docMk/>
          <pc:sldMk cId="1684611777" sldId="263"/>
        </pc:sldMkLst>
        <pc:spChg chg="mod">
          <ac:chgData name="VULLANGULA VENKATA SIVA GANGADHAR" userId="c3bf295ad325b2ea" providerId="LiveId" clId="{94F73DB3-59CD-4F1E-930A-AD4F1C114A99}" dt="2024-11-10T12:45:55.774" v="62"/>
          <ac:spMkLst>
            <pc:docMk/>
            <pc:sldMk cId="1684611777" sldId="263"/>
            <ac:spMk id="2" creationId="{F74B1AEC-1835-4132-5C2C-5CEA6FC1AA1A}"/>
          </ac:spMkLst>
        </pc:spChg>
        <pc:picChg chg="mod">
          <ac:chgData name="VULLANGULA VENKATA SIVA GANGADHAR" userId="c3bf295ad325b2ea" providerId="LiveId" clId="{94F73DB3-59CD-4F1E-930A-AD4F1C114A99}" dt="2024-11-10T12:45:55.774" v="62"/>
          <ac:picMkLst>
            <pc:docMk/>
            <pc:sldMk cId="1684611777" sldId="263"/>
            <ac:picMk id="5" creationId="{0ACEDAA1-035A-B0A2-DECF-0B4663FF408D}"/>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199F48B2-8843-4FBF-9314-E23BB7854CB7}"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658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spTree>
    <p:extLst>
      <p:ext uri="{BB962C8B-B14F-4D97-AF65-F5344CB8AC3E}">
        <p14:creationId xmlns:p14="http://schemas.microsoft.com/office/powerpoint/2010/main" val="2309191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9518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6D5686-1731-40E8-9FD1-88AE5BF8469F}" type="datetimeFigureOut">
              <a:rPr lang="en-IN" smtClean="0"/>
              <a:t>29-01-2025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9F48B2-8843-4FBF-9314-E23BB7854CB7}" type="slidenum">
              <a:rPr lang="en-IN" smtClean="0"/>
              <a:t>‹#›</a:t>
            </a:fld>
            <a:endParaRPr lang="en-IN"/>
          </a:p>
        </p:txBody>
      </p:sp>
    </p:spTree>
    <p:extLst>
      <p:ext uri="{BB962C8B-B14F-4D97-AF65-F5344CB8AC3E}">
        <p14:creationId xmlns:p14="http://schemas.microsoft.com/office/powerpoint/2010/main" val="2897899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6D5686-1731-40E8-9FD1-88AE5BF8469F}" type="datetimeFigureOut">
              <a:rPr lang="en-IN" smtClean="0"/>
              <a:t>29-01-2025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9F48B2-8843-4FBF-9314-E23BB7854CB7}"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507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6D5686-1731-40E8-9FD1-88AE5BF8469F}" type="datetimeFigureOut">
              <a:rPr lang="en-IN" smtClean="0"/>
              <a:t>29-01-2025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9F48B2-8843-4FBF-9314-E23BB7854CB7}"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693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6D5686-1731-40E8-9FD1-88AE5BF8469F}" type="datetimeFigureOut">
              <a:rPr lang="en-IN" smtClean="0"/>
              <a:t>29-01-2025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9F48B2-8843-4FBF-9314-E23BB7854CB7}" type="slidenum">
              <a:rPr lang="en-IN" smtClean="0"/>
              <a:t>‹#›</a:t>
            </a:fld>
            <a:endParaRPr lang="en-IN"/>
          </a:p>
        </p:txBody>
      </p:sp>
    </p:spTree>
    <p:extLst>
      <p:ext uri="{BB962C8B-B14F-4D97-AF65-F5344CB8AC3E}">
        <p14:creationId xmlns:p14="http://schemas.microsoft.com/office/powerpoint/2010/main" val="202072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6D5686-1731-40E8-9FD1-88AE5BF8469F}" type="datetimeFigureOut">
              <a:rPr lang="en-IN" smtClean="0"/>
              <a:t>29-01-2025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9F48B2-8843-4FBF-9314-E23BB7854CB7}"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6193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6D5686-1731-40E8-9FD1-88AE5BF8469F}" type="datetimeFigureOut">
              <a:rPr lang="en-IN" smtClean="0"/>
              <a:t>29-01-2025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9F48B2-8843-4FBF-9314-E23BB7854CB7}" type="slidenum">
              <a:rPr lang="en-IN" smtClean="0"/>
              <a:t>‹#›</a:t>
            </a:fld>
            <a:endParaRPr lang="en-IN"/>
          </a:p>
        </p:txBody>
      </p:sp>
    </p:spTree>
    <p:extLst>
      <p:ext uri="{BB962C8B-B14F-4D97-AF65-F5344CB8AC3E}">
        <p14:creationId xmlns:p14="http://schemas.microsoft.com/office/powerpoint/2010/main" val="2580723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6D5686-1731-40E8-9FD1-88AE5BF8469F}" type="datetimeFigureOut">
              <a:rPr lang="en-IN" smtClean="0"/>
              <a:t>29-01-2025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9F48B2-8843-4FBF-9314-E23BB7854CB7}" type="slidenum">
              <a:rPr lang="en-IN" smtClean="0"/>
              <a:t>‹#›</a:t>
            </a:fld>
            <a:endParaRPr lang="en-IN"/>
          </a:p>
        </p:txBody>
      </p:sp>
    </p:spTree>
    <p:extLst>
      <p:ext uri="{BB962C8B-B14F-4D97-AF65-F5344CB8AC3E}">
        <p14:creationId xmlns:p14="http://schemas.microsoft.com/office/powerpoint/2010/main" val="1931343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6987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0536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spTree>
    <p:extLst>
      <p:ext uri="{BB962C8B-B14F-4D97-AF65-F5344CB8AC3E}">
        <p14:creationId xmlns:p14="http://schemas.microsoft.com/office/powerpoint/2010/main" val="1927068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4960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7932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9378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D5686-1731-40E8-9FD1-88AE5BF8469F}"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9F48B2-8843-4FBF-9314-E23BB7854CB7}"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652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C6D5686-1731-40E8-9FD1-88AE5BF8469F}" type="datetimeFigureOut">
              <a:rPr lang="en-IN" smtClean="0"/>
              <a:t>29-01-2025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9F48B2-8843-4FBF-9314-E23BB7854CB7}" type="slidenum">
              <a:rPr lang="en-IN" smtClean="0"/>
              <a:t>‹#›</a:t>
            </a:fld>
            <a:endParaRPr lang="en-IN"/>
          </a:p>
        </p:txBody>
      </p:sp>
    </p:spTree>
    <p:extLst>
      <p:ext uri="{BB962C8B-B14F-4D97-AF65-F5344CB8AC3E}">
        <p14:creationId xmlns:p14="http://schemas.microsoft.com/office/powerpoint/2010/main" val="3036877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930A-E179-A8D3-A55B-1FADADAFF29C}"/>
              </a:ext>
            </a:extLst>
          </p:cNvPr>
          <p:cNvSpPr>
            <a:spLocks noGrp="1"/>
          </p:cNvSpPr>
          <p:nvPr>
            <p:ph type="ctrTitle"/>
          </p:nvPr>
        </p:nvSpPr>
        <p:spPr>
          <a:xfrm>
            <a:off x="2561302" y="1828800"/>
            <a:ext cx="7241459" cy="1514168"/>
          </a:xfrm>
        </p:spPr>
        <p:txBody>
          <a:bodyPr>
            <a:normAutofit/>
          </a:bodyPr>
          <a:lstStyle/>
          <a:p>
            <a:pPr algn="just">
              <a:lnSpc>
                <a:spcPts val="2250"/>
              </a:lnSpc>
            </a:pPr>
            <a:r>
              <a:rPr lang="en-US" sz="3600" b="0" i="0" dirty="0">
                <a:effectLst/>
                <a:latin typeface="Jost"/>
              </a:rPr>
              <a:t>Content creating Virtual Assistants at</a:t>
            </a:r>
            <a:r>
              <a:rPr lang="en-US" sz="3600" dirty="0">
                <a:latin typeface="Jost"/>
              </a:rPr>
              <a:t> </a:t>
            </a:r>
            <a:br>
              <a:rPr lang="en-US" sz="3600" dirty="0">
                <a:latin typeface="Jost"/>
              </a:rPr>
            </a:br>
            <a:br>
              <a:rPr lang="en-US" sz="3600" dirty="0">
                <a:latin typeface="Jost"/>
              </a:rPr>
            </a:br>
            <a:r>
              <a:rPr lang="en-US" sz="3600" b="0" i="0" dirty="0">
                <a:effectLst/>
                <a:latin typeface="Jost"/>
              </a:rPr>
              <a:t>Contact center</a:t>
            </a:r>
          </a:p>
        </p:txBody>
      </p:sp>
      <p:sp>
        <p:nvSpPr>
          <p:cNvPr id="3" name="Subtitle 2">
            <a:extLst>
              <a:ext uri="{FF2B5EF4-FFF2-40B4-BE49-F238E27FC236}">
                <a16:creationId xmlns:a16="http://schemas.microsoft.com/office/drawing/2014/main" id="{4B36B3EF-AD3D-8A67-62DF-380645A41E03}"/>
              </a:ext>
            </a:extLst>
          </p:cNvPr>
          <p:cNvSpPr>
            <a:spLocks noGrp="1"/>
          </p:cNvSpPr>
          <p:nvPr>
            <p:ph type="subTitle" idx="1"/>
          </p:nvPr>
        </p:nvSpPr>
        <p:spPr>
          <a:xfrm>
            <a:off x="7669160" y="4198372"/>
            <a:ext cx="7590504" cy="1268361"/>
          </a:xfrm>
        </p:spPr>
        <p:txBody>
          <a:bodyPr/>
          <a:lstStyle/>
          <a:p>
            <a:pPr algn="just"/>
            <a:r>
              <a:rPr lang="en-US" dirty="0"/>
              <a:t>Team Name</a:t>
            </a:r>
          </a:p>
          <a:p>
            <a:pPr algn="just"/>
            <a:r>
              <a:rPr lang="en-US" dirty="0"/>
              <a:t>4AI Creation Bro’s</a:t>
            </a:r>
            <a:endParaRPr lang="en-IN" dirty="0"/>
          </a:p>
        </p:txBody>
      </p:sp>
    </p:spTree>
    <p:extLst>
      <p:ext uri="{BB962C8B-B14F-4D97-AF65-F5344CB8AC3E}">
        <p14:creationId xmlns:p14="http://schemas.microsoft.com/office/powerpoint/2010/main" val="2884999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7F042-4AAB-DEC4-2C2C-8689EC65853E}"/>
              </a:ext>
            </a:extLst>
          </p:cNvPr>
          <p:cNvSpPr>
            <a:spLocks noGrp="1"/>
          </p:cNvSpPr>
          <p:nvPr>
            <p:ph type="title"/>
          </p:nvPr>
        </p:nvSpPr>
        <p:spPr>
          <a:xfrm>
            <a:off x="1295402" y="1050959"/>
            <a:ext cx="9601196" cy="1230126"/>
          </a:xfrm>
        </p:spPr>
        <p:txBody>
          <a:bodyPr/>
          <a:lstStyle/>
          <a:p>
            <a:r>
              <a:rPr lang="en-IN" dirty="0"/>
              <a:t>Problem Statement</a:t>
            </a:r>
          </a:p>
        </p:txBody>
      </p:sp>
      <p:pic>
        <p:nvPicPr>
          <p:cNvPr id="5" name="Content Placeholder 4">
            <a:extLst>
              <a:ext uri="{FF2B5EF4-FFF2-40B4-BE49-F238E27FC236}">
                <a16:creationId xmlns:a16="http://schemas.microsoft.com/office/drawing/2014/main" id="{26A82803-646B-6A85-4690-70460B9606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01371" y="2704947"/>
            <a:ext cx="3317875" cy="33178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4662E17A-9D30-A2E5-44F2-348485E1F355}"/>
              </a:ext>
            </a:extLst>
          </p:cNvPr>
          <p:cNvSpPr txBox="1"/>
          <p:nvPr/>
        </p:nvSpPr>
        <p:spPr>
          <a:xfrm>
            <a:off x="1337187" y="2967702"/>
            <a:ext cx="5653548" cy="1200329"/>
          </a:xfrm>
          <a:prstGeom prst="rect">
            <a:avLst/>
          </a:prstGeom>
          <a:noFill/>
        </p:spPr>
        <p:txBody>
          <a:bodyPr wrap="square" rtlCol="0">
            <a:spAutoFit/>
          </a:bodyPr>
          <a:lstStyle/>
          <a:p>
            <a:pPr algn="just"/>
            <a:r>
              <a:rPr lang="en-US" dirty="0"/>
              <a:t>The customer's aching point is that they have to wait for a long time to be answered and have to talk to an agent that is not consistent in solving their problems, thus they become not satisfied and loyal to the company anymore.</a:t>
            </a:r>
          </a:p>
        </p:txBody>
      </p:sp>
      <p:sp>
        <p:nvSpPr>
          <p:cNvPr id="7" name="TextBox 6">
            <a:extLst>
              <a:ext uri="{FF2B5EF4-FFF2-40B4-BE49-F238E27FC236}">
                <a16:creationId xmlns:a16="http://schemas.microsoft.com/office/drawing/2014/main" id="{CA87A19C-64C0-6012-4BC8-DC1C730D629A}"/>
              </a:ext>
            </a:extLst>
          </p:cNvPr>
          <p:cNvSpPr txBox="1"/>
          <p:nvPr/>
        </p:nvSpPr>
        <p:spPr>
          <a:xfrm>
            <a:off x="1305234" y="5043948"/>
            <a:ext cx="5476567" cy="923330"/>
          </a:xfrm>
          <a:prstGeom prst="rect">
            <a:avLst/>
          </a:prstGeom>
          <a:noFill/>
        </p:spPr>
        <p:txBody>
          <a:bodyPr wrap="square" rtlCol="0">
            <a:spAutoFit/>
          </a:bodyPr>
          <a:lstStyle/>
          <a:p>
            <a:r>
              <a:rPr lang="en-US" b="1" dirty="0"/>
              <a:t>Stakeholders:</a:t>
            </a:r>
          </a:p>
          <a:p>
            <a:endParaRPr lang="en-US" b="1" dirty="0"/>
          </a:p>
          <a:p>
            <a:r>
              <a:rPr lang="en-US" dirty="0" err="1"/>
              <a:t>Customers,Contact</a:t>
            </a:r>
            <a:r>
              <a:rPr lang="en-US" dirty="0"/>
              <a:t> Center </a:t>
            </a:r>
            <a:r>
              <a:rPr lang="en-US" dirty="0" err="1"/>
              <a:t>Agents,Management</a:t>
            </a:r>
            <a:r>
              <a:rPr lang="en-US" dirty="0"/>
              <a:t>.</a:t>
            </a:r>
            <a:endParaRPr lang="en-IN" dirty="0"/>
          </a:p>
        </p:txBody>
      </p:sp>
    </p:spTree>
    <p:extLst>
      <p:ext uri="{BB962C8B-B14F-4D97-AF65-F5344CB8AC3E}">
        <p14:creationId xmlns:p14="http://schemas.microsoft.com/office/powerpoint/2010/main" val="998396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981C-DD6F-CF80-2AB3-CDA117A404D1}"/>
              </a:ext>
            </a:extLst>
          </p:cNvPr>
          <p:cNvSpPr>
            <a:spLocks noGrp="1"/>
          </p:cNvSpPr>
          <p:nvPr>
            <p:ph type="title"/>
          </p:nvPr>
        </p:nvSpPr>
        <p:spPr/>
        <p:txBody>
          <a:bodyPr>
            <a:normAutofit/>
          </a:bodyPr>
          <a:lstStyle/>
          <a:p>
            <a:r>
              <a:rPr lang="en-IN" dirty="0"/>
              <a:t>Market Size</a:t>
            </a:r>
          </a:p>
        </p:txBody>
      </p:sp>
      <p:pic>
        <p:nvPicPr>
          <p:cNvPr id="5" name="Content Placeholder 4">
            <a:extLst>
              <a:ext uri="{FF2B5EF4-FFF2-40B4-BE49-F238E27FC236}">
                <a16:creationId xmlns:a16="http://schemas.microsoft.com/office/drawing/2014/main" id="{4B320C07-C177-21DA-24A0-1ED8F18A8A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04727" y="2646483"/>
            <a:ext cx="3317875" cy="33178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934D389C-013F-82C5-4471-C654D5411B3B}"/>
              </a:ext>
            </a:extLst>
          </p:cNvPr>
          <p:cNvSpPr txBox="1"/>
          <p:nvPr/>
        </p:nvSpPr>
        <p:spPr>
          <a:xfrm>
            <a:off x="1295402" y="2890684"/>
            <a:ext cx="573466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The global contact center market is forecast to hit $496 billion by 2027, growing at a CAGR of 23.5%. (Source: Market Research Future)</a:t>
            </a:r>
          </a:p>
          <a:p>
            <a:endParaRPr lang="en-US" dirty="0"/>
          </a:p>
          <a:p>
            <a:pPr marL="285750" indent="-285750">
              <a:buFont typeface="Arial" panose="020B0604020202020204" pitchFamily="34" charset="0"/>
              <a:buChar char="•"/>
            </a:pPr>
            <a:r>
              <a:rPr lang="en-US" dirty="0"/>
              <a:t>More than 60% of customers complain of the long wait times." (Source: Zendesk)</a:t>
            </a:r>
          </a:p>
          <a:p>
            <a:endParaRPr lang="en-US" dirty="0"/>
          </a:p>
        </p:txBody>
      </p:sp>
    </p:spTree>
    <p:extLst>
      <p:ext uri="{BB962C8B-B14F-4D97-AF65-F5344CB8AC3E}">
        <p14:creationId xmlns:p14="http://schemas.microsoft.com/office/powerpoint/2010/main" val="1216279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D1908-6CB3-6621-E4DB-8FBD592D2166}"/>
              </a:ext>
            </a:extLst>
          </p:cNvPr>
          <p:cNvSpPr>
            <a:spLocks noGrp="1"/>
          </p:cNvSpPr>
          <p:nvPr>
            <p:ph type="title"/>
          </p:nvPr>
        </p:nvSpPr>
        <p:spPr/>
        <p:txBody>
          <a:bodyPr/>
          <a:lstStyle/>
          <a:p>
            <a:r>
              <a:rPr lang="en-IN" dirty="0"/>
              <a:t>Existing Solutions</a:t>
            </a:r>
          </a:p>
        </p:txBody>
      </p:sp>
      <p:pic>
        <p:nvPicPr>
          <p:cNvPr id="7" name="Content Placeholder 6">
            <a:extLst>
              <a:ext uri="{FF2B5EF4-FFF2-40B4-BE49-F238E27FC236}">
                <a16:creationId xmlns:a16="http://schemas.microsoft.com/office/drawing/2014/main" id="{542398CE-9524-6BB9-E315-C4004905D4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5230" y="2663755"/>
            <a:ext cx="3317875" cy="3317875"/>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717B46B3-3711-D7BD-82F4-A933D37051ED}"/>
              </a:ext>
            </a:extLst>
          </p:cNvPr>
          <p:cNvSpPr txBox="1"/>
          <p:nvPr/>
        </p:nvSpPr>
        <p:spPr>
          <a:xfrm>
            <a:off x="1484671" y="2753033"/>
            <a:ext cx="5584723"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t>Classic contact centers with less automation.</a:t>
            </a:r>
          </a:p>
          <a:p>
            <a:pPr marL="285750" indent="-285750" algn="just">
              <a:buFont typeface="Arial" panose="020B0604020202020204" pitchFamily="34" charset="0"/>
              <a:buChar char="•"/>
            </a:pPr>
            <a:endParaRPr lang="en-US" dirty="0"/>
          </a:p>
          <a:p>
            <a:pPr marL="285750" indent="-285750">
              <a:buFont typeface="Arial" panose="020B0604020202020204" pitchFamily="34" charset="0"/>
              <a:buChar char="•"/>
            </a:pPr>
            <a:r>
              <a:rPr lang="en-US" dirty="0"/>
              <a:t>CRM systems that do not have any integration capabilities.</a:t>
            </a:r>
          </a:p>
          <a:p>
            <a:pPr algn="just"/>
            <a:r>
              <a:rPr lang="en-US" b="1" dirty="0"/>
              <a:t>Competitors:</a:t>
            </a:r>
            <a:endParaRPr lang="en-US" dirty="0"/>
          </a:p>
          <a:p>
            <a:pPr marL="285750" indent="-285750" algn="just">
              <a:buFont typeface="Arial" panose="020B0604020202020204" pitchFamily="34" charset="0"/>
              <a:buChar char="•"/>
            </a:pPr>
            <a:r>
              <a:rPr lang="en-US" dirty="0"/>
              <a:t>Companies like </a:t>
            </a:r>
            <a:r>
              <a:rPr lang="en-US" b="1" dirty="0"/>
              <a:t>Salesforce</a:t>
            </a:r>
            <a:r>
              <a:rPr lang="en-US" dirty="0"/>
              <a:t>, </a:t>
            </a:r>
            <a:r>
              <a:rPr lang="en-US" b="1" dirty="0"/>
              <a:t>Zendesk</a:t>
            </a:r>
            <a:r>
              <a:rPr lang="en-US" dirty="0"/>
              <a:t>, and </a:t>
            </a:r>
            <a:r>
              <a:rPr lang="en-US" b="1" dirty="0"/>
              <a:t>Freshdesk</a:t>
            </a:r>
            <a:r>
              <a:rPr lang="en-US" dirty="0"/>
              <a:t> dominate the space but still face challenges with automation and integration.</a:t>
            </a:r>
          </a:p>
          <a:p>
            <a:pPr marL="285750" indent="-285750" algn="just">
              <a:buFont typeface="Arial" panose="020B0604020202020204" pitchFamily="34" charset="0"/>
              <a:buChar char="•"/>
            </a:pPr>
            <a:r>
              <a:rPr lang="en-US" dirty="0"/>
              <a:t>The shortlisted AI solutions are new comers such as Ada and Intercom.</a:t>
            </a:r>
            <a:endParaRPr lang="en-IN" dirty="0"/>
          </a:p>
        </p:txBody>
      </p:sp>
    </p:spTree>
    <p:extLst>
      <p:ext uri="{BB962C8B-B14F-4D97-AF65-F5344CB8AC3E}">
        <p14:creationId xmlns:p14="http://schemas.microsoft.com/office/powerpoint/2010/main" val="25583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F0C3E-AE13-6866-4B2B-42FC50254F78}"/>
              </a:ext>
            </a:extLst>
          </p:cNvPr>
          <p:cNvSpPr>
            <a:spLocks noGrp="1"/>
          </p:cNvSpPr>
          <p:nvPr>
            <p:ph type="title"/>
          </p:nvPr>
        </p:nvSpPr>
        <p:spPr/>
        <p:txBody>
          <a:bodyPr/>
          <a:lstStyle/>
          <a:p>
            <a:r>
              <a:rPr lang="en-IN" dirty="0"/>
              <a:t>Solution Approach and USP</a:t>
            </a:r>
          </a:p>
        </p:txBody>
      </p:sp>
      <p:pic>
        <p:nvPicPr>
          <p:cNvPr id="5" name="Content Placeholder 4">
            <a:extLst>
              <a:ext uri="{FF2B5EF4-FFF2-40B4-BE49-F238E27FC236}">
                <a16:creationId xmlns:a16="http://schemas.microsoft.com/office/drawing/2014/main" id="{1315E88D-9CFE-CFE6-6236-D1A6C17E42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6907" y="2557993"/>
            <a:ext cx="3317875" cy="33178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AF4E0770-36F6-E23F-3456-6DB72A6532E3}"/>
              </a:ext>
            </a:extLst>
          </p:cNvPr>
          <p:cNvSpPr txBox="1"/>
          <p:nvPr/>
        </p:nvSpPr>
        <p:spPr>
          <a:xfrm>
            <a:off x="1386347" y="2557993"/>
            <a:ext cx="5358581" cy="3416320"/>
          </a:xfrm>
          <a:prstGeom prst="rect">
            <a:avLst/>
          </a:prstGeom>
          <a:noFill/>
        </p:spPr>
        <p:txBody>
          <a:bodyPr wrap="square" rtlCol="0">
            <a:spAutoFit/>
          </a:bodyPr>
          <a:lstStyle/>
          <a:p>
            <a:pPr algn="just"/>
            <a:r>
              <a:rPr lang="en-US" b="1" dirty="0"/>
              <a:t>Solution:</a:t>
            </a:r>
          </a:p>
          <a:p>
            <a:pPr algn="just"/>
            <a:r>
              <a:rPr lang="en-US" dirty="0"/>
              <a:t>An </a:t>
            </a:r>
            <a:r>
              <a:rPr lang="en-US" b="1" dirty="0"/>
              <a:t>AI-powered contact center platform </a:t>
            </a:r>
            <a:r>
              <a:rPr lang="en-US" dirty="0"/>
              <a:t>that integrates </a:t>
            </a:r>
            <a:r>
              <a:rPr lang="en-US" b="1" dirty="0"/>
              <a:t>chatbots</a:t>
            </a:r>
            <a:r>
              <a:rPr lang="en-US" dirty="0"/>
              <a:t> to handle routine queries, reducing wait times and boosting efficiency. The platform can process and respond in </a:t>
            </a:r>
            <a:r>
              <a:rPr lang="en-US" b="1" dirty="0"/>
              <a:t>Telugu</a:t>
            </a:r>
            <a:r>
              <a:rPr lang="en-US" dirty="0"/>
              <a:t>, enhancing accessibility for Telugu-speaking customers. Additionally, it offers </a:t>
            </a:r>
            <a:r>
              <a:rPr lang="en-US" b="1" dirty="0"/>
              <a:t>real-time sentiment analysis</a:t>
            </a:r>
            <a:r>
              <a:rPr lang="en-US" dirty="0"/>
              <a:t> to provide agents with insights for delivering personalized, empathetic service.</a:t>
            </a:r>
          </a:p>
          <a:p>
            <a:pPr algn="just"/>
            <a:r>
              <a:rPr lang="en-US" b="1" dirty="0"/>
              <a:t>Unique Selling Proposition (USP):</a:t>
            </a:r>
            <a:endParaRPr lang="en-US" dirty="0"/>
          </a:p>
          <a:p>
            <a:pPr algn="just">
              <a:buFont typeface="Arial" panose="020B0604020202020204" pitchFamily="34" charset="0"/>
              <a:buChar char="•"/>
            </a:pPr>
            <a:r>
              <a:rPr lang="en-US" dirty="0"/>
              <a:t>Real-Time Sentiment Analysis</a:t>
            </a:r>
          </a:p>
          <a:p>
            <a:pPr algn="just">
              <a:buFont typeface="Arial" panose="020B0604020202020204" pitchFamily="34" charset="0"/>
              <a:buChar char="•"/>
            </a:pPr>
            <a:r>
              <a:rPr lang="en-IN" dirty="0"/>
              <a:t>Multilingual Support</a:t>
            </a:r>
            <a:endParaRPr lang="en-US" dirty="0"/>
          </a:p>
          <a:p>
            <a:pPr algn="just">
              <a:buFont typeface="Arial" panose="020B0604020202020204" pitchFamily="34" charset="0"/>
              <a:buChar char="•"/>
            </a:pPr>
            <a:r>
              <a:rPr lang="en-US" dirty="0"/>
              <a:t>AI-Driven Analytics &amp; Proactive Resolution</a:t>
            </a:r>
          </a:p>
        </p:txBody>
      </p:sp>
    </p:spTree>
    <p:extLst>
      <p:ext uri="{BB962C8B-B14F-4D97-AF65-F5344CB8AC3E}">
        <p14:creationId xmlns:p14="http://schemas.microsoft.com/office/powerpoint/2010/main" val="184072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EB64F-CD59-956B-FA49-3A46AF33468B}"/>
              </a:ext>
            </a:extLst>
          </p:cNvPr>
          <p:cNvSpPr>
            <a:spLocks noGrp="1"/>
          </p:cNvSpPr>
          <p:nvPr>
            <p:ph type="title"/>
          </p:nvPr>
        </p:nvSpPr>
        <p:spPr/>
        <p:txBody>
          <a:bodyPr/>
          <a:lstStyle/>
          <a:p>
            <a:r>
              <a:rPr lang="en-IN" dirty="0"/>
              <a:t>High-Level Technology Architecture</a:t>
            </a:r>
          </a:p>
        </p:txBody>
      </p:sp>
      <p:pic>
        <p:nvPicPr>
          <p:cNvPr id="7" name="Content Placeholder 6">
            <a:extLst>
              <a:ext uri="{FF2B5EF4-FFF2-40B4-BE49-F238E27FC236}">
                <a16:creationId xmlns:a16="http://schemas.microsoft.com/office/drawing/2014/main" id="{D20654A2-6271-D787-BD6B-5C9B14E63E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65398" y="2636121"/>
            <a:ext cx="3317875" cy="3317875"/>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97F02B33-5DC8-7386-0617-26B14F4C1203}"/>
              </a:ext>
            </a:extLst>
          </p:cNvPr>
          <p:cNvSpPr txBox="1"/>
          <p:nvPr/>
        </p:nvSpPr>
        <p:spPr>
          <a:xfrm>
            <a:off x="1553496" y="2725342"/>
            <a:ext cx="5388077" cy="3693319"/>
          </a:xfrm>
          <a:prstGeom prst="rect">
            <a:avLst/>
          </a:prstGeom>
          <a:noFill/>
        </p:spPr>
        <p:txBody>
          <a:bodyPr wrap="square" rtlCol="0">
            <a:spAutoFit/>
          </a:bodyPr>
          <a:lstStyle/>
          <a:p>
            <a:pPr algn="just"/>
            <a:r>
              <a:rPr lang="en-IN" b="1" dirty="0"/>
              <a:t>Frontend</a:t>
            </a:r>
            <a:r>
              <a:rPr lang="en-IN" dirty="0"/>
              <a:t>: React.js for user interface.</a:t>
            </a:r>
          </a:p>
          <a:p>
            <a:pPr algn="just"/>
            <a:endParaRPr lang="en-IN" dirty="0"/>
          </a:p>
          <a:p>
            <a:pPr algn="just"/>
            <a:r>
              <a:rPr lang="en-IN" b="1" dirty="0"/>
              <a:t>Backend</a:t>
            </a:r>
            <a:r>
              <a:rPr lang="en-IN" dirty="0"/>
              <a:t>: Node.js with Express for server-side logic.</a:t>
            </a:r>
          </a:p>
          <a:p>
            <a:pPr algn="just"/>
            <a:endParaRPr lang="en-IN" dirty="0"/>
          </a:p>
          <a:p>
            <a:pPr algn="just"/>
            <a:r>
              <a:rPr lang="en-IN" b="1" dirty="0"/>
              <a:t>Database</a:t>
            </a:r>
            <a:r>
              <a:rPr lang="en-IN" dirty="0"/>
              <a:t>: MongoDB for data storage.</a:t>
            </a:r>
          </a:p>
          <a:p>
            <a:pPr algn="just"/>
            <a:endParaRPr lang="en-IN" dirty="0"/>
          </a:p>
          <a:p>
            <a:pPr algn="just"/>
            <a:r>
              <a:rPr lang="en-IN" b="1" dirty="0"/>
              <a:t>AI Component</a:t>
            </a:r>
            <a:r>
              <a:rPr lang="en-IN" dirty="0"/>
              <a:t>s: Natural Language Processing (NLP) for sentiment analysis.</a:t>
            </a:r>
          </a:p>
          <a:p>
            <a:pPr algn="just"/>
            <a:endParaRPr lang="en-IN" dirty="0"/>
          </a:p>
          <a:p>
            <a:pPr algn="just"/>
            <a:r>
              <a:rPr lang="en-IN" b="1" dirty="0"/>
              <a:t>Integration</a:t>
            </a:r>
            <a:r>
              <a:rPr lang="en-IN" dirty="0"/>
              <a:t>: APIs for CRM and communication platforms.</a:t>
            </a:r>
          </a:p>
          <a:p>
            <a:pPr marL="285750" indent="-285750" algn="just">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2088699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3085-403D-5BEF-D190-2DC0C814BDFB}"/>
              </a:ext>
            </a:extLst>
          </p:cNvPr>
          <p:cNvSpPr>
            <a:spLocks noGrp="1"/>
          </p:cNvSpPr>
          <p:nvPr>
            <p:ph type="title"/>
          </p:nvPr>
        </p:nvSpPr>
        <p:spPr/>
        <p:txBody>
          <a:bodyPr>
            <a:normAutofit/>
          </a:bodyPr>
          <a:lstStyle/>
          <a:p>
            <a:r>
              <a:rPr lang="en-IN" dirty="0"/>
              <a:t>Feasibility and Prototype Development</a:t>
            </a:r>
          </a:p>
        </p:txBody>
      </p:sp>
      <p:pic>
        <p:nvPicPr>
          <p:cNvPr id="5" name="Content Placeholder 4">
            <a:extLst>
              <a:ext uri="{FF2B5EF4-FFF2-40B4-BE49-F238E27FC236}">
                <a16:creationId xmlns:a16="http://schemas.microsoft.com/office/drawing/2014/main" id="{F0575D73-5423-1941-D60A-259B2C6406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8723" y="2557993"/>
            <a:ext cx="3317875" cy="33178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E752DE0C-5D3C-6E63-CA67-4763CA30927D}"/>
              </a:ext>
            </a:extLst>
          </p:cNvPr>
          <p:cNvSpPr txBox="1"/>
          <p:nvPr/>
        </p:nvSpPr>
        <p:spPr>
          <a:xfrm>
            <a:off x="1622323" y="2861187"/>
            <a:ext cx="5201264" cy="2862322"/>
          </a:xfrm>
          <a:prstGeom prst="rect">
            <a:avLst/>
          </a:prstGeom>
          <a:noFill/>
        </p:spPr>
        <p:txBody>
          <a:bodyPr wrap="square" rtlCol="0">
            <a:spAutoFit/>
          </a:bodyPr>
          <a:lstStyle/>
          <a:p>
            <a:pPr algn="just"/>
            <a:r>
              <a:rPr lang="en-US" b="1" dirty="0"/>
              <a:t>Feasibility</a:t>
            </a:r>
            <a:r>
              <a:rPr lang="en-US" dirty="0"/>
              <a:t>:</a:t>
            </a:r>
          </a:p>
          <a:p>
            <a:pPr algn="just"/>
            <a:endParaRPr lang="en-US" dirty="0"/>
          </a:p>
          <a:p>
            <a:pPr algn="just"/>
            <a:r>
              <a:rPr lang="en-US" dirty="0"/>
              <a:t>The proposed solution can be using existing frameworks and APIs.</a:t>
            </a:r>
          </a:p>
          <a:p>
            <a:pPr algn="just"/>
            <a:endParaRPr lang="en-US" dirty="0"/>
          </a:p>
          <a:p>
            <a:pPr algn="just"/>
            <a:r>
              <a:rPr lang="en-US" b="1" dirty="0"/>
              <a:t>Prototype Features:</a:t>
            </a:r>
          </a:p>
          <a:p>
            <a:pPr algn="just"/>
            <a:endParaRPr lang="en-US" b="1" dirty="0"/>
          </a:p>
          <a:p>
            <a:pPr marL="285750" indent="-285750" algn="just">
              <a:buFont typeface="Arial" panose="020B0604020202020204" pitchFamily="34" charset="0"/>
              <a:buChar char="•"/>
            </a:pPr>
            <a:r>
              <a:rPr lang="en-US" dirty="0"/>
              <a:t>Basic chatbot functionality for FAQs.</a:t>
            </a:r>
          </a:p>
          <a:p>
            <a:pPr marL="285750" indent="-285750" algn="just">
              <a:buFont typeface="Arial" panose="020B0604020202020204" pitchFamily="34" charset="0"/>
              <a:buChar char="•"/>
            </a:pPr>
            <a:r>
              <a:rPr lang="en-US" dirty="0"/>
              <a:t>Dashboard for agents displaying customer sentiment and interaction history.</a:t>
            </a:r>
            <a:endParaRPr lang="en-IN" dirty="0"/>
          </a:p>
        </p:txBody>
      </p:sp>
    </p:spTree>
    <p:extLst>
      <p:ext uri="{BB962C8B-B14F-4D97-AF65-F5344CB8AC3E}">
        <p14:creationId xmlns:p14="http://schemas.microsoft.com/office/powerpoint/2010/main" val="564694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1AEC-1835-4132-5C2C-5CEA6FC1AA1A}"/>
              </a:ext>
            </a:extLst>
          </p:cNvPr>
          <p:cNvSpPr>
            <a:spLocks noGrp="1"/>
          </p:cNvSpPr>
          <p:nvPr>
            <p:ph type="title"/>
          </p:nvPr>
        </p:nvSpPr>
        <p:spPr/>
        <p:txBody>
          <a:bodyPr/>
          <a:lstStyle/>
          <a:p>
            <a:r>
              <a:rPr lang="en-US" dirty="0"/>
              <a:t>Conclusion and Call to Action</a:t>
            </a:r>
            <a:endParaRPr lang="en-IN" dirty="0"/>
          </a:p>
        </p:txBody>
      </p:sp>
      <p:pic>
        <p:nvPicPr>
          <p:cNvPr id="5" name="Content Placeholder 4">
            <a:extLst>
              <a:ext uri="{FF2B5EF4-FFF2-40B4-BE49-F238E27FC236}">
                <a16:creationId xmlns:a16="http://schemas.microsoft.com/office/drawing/2014/main" id="{0ACEDAA1-035A-B0A2-DECF-0B4663FF40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50533" y="2636121"/>
            <a:ext cx="3317875" cy="33178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4D278616-B7A4-417D-7A9A-FC54A0C8D0C5}"/>
              </a:ext>
            </a:extLst>
          </p:cNvPr>
          <p:cNvSpPr txBox="1"/>
          <p:nvPr/>
        </p:nvSpPr>
        <p:spPr>
          <a:xfrm>
            <a:off x="1533832" y="2713703"/>
            <a:ext cx="5594555" cy="2862322"/>
          </a:xfrm>
          <a:prstGeom prst="rect">
            <a:avLst/>
          </a:prstGeom>
          <a:noFill/>
        </p:spPr>
        <p:txBody>
          <a:bodyPr wrap="square" rtlCol="0">
            <a:spAutoFit/>
          </a:bodyPr>
          <a:lstStyle/>
          <a:p>
            <a:pPr algn="just"/>
            <a:r>
              <a:rPr lang="en-US" b="1" dirty="0"/>
              <a:t>Summary</a:t>
            </a:r>
            <a:r>
              <a:rPr lang="en-US" dirty="0"/>
              <a:t>: </a:t>
            </a:r>
          </a:p>
          <a:p>
            <a:pPr algn="just"/>
            <a:endParaRPr lang="en-US" dirty="0"/>
          </a:p>
          <a:p>
            <a:pPr algn="just"/>
            <a:r>
              <a:rPr lang="en-US" dirty="0"/>
              <a:t>Our solution addresses the core issues of long wait times and inconsistent service, leveraging AI to enhance customer satisfaction.</a:t>
            </a:r>
          </a:p>
          <a:p>
            <a:pPr algn="just"/>
            <a:endParaRPr lang="en-US" dirty="0"/>
          </a:p>
          <a:p>
            <a:pPr algn="just"/>
            <a:r>
              <a:rPr lang="en-US" b="1" dirty="0"/>
              <a:t>Next Steps:</a:t>
            </a:r>
          </a:p>
          <a:p>
            <a:pPr algn="just"/>
            <a:endParaRPr lang="en-US" b="1" dirty="0"/>
          </a:p>
          <a:p>
            <a:pPr algn="just"/>
            <a:r>
              <a:rPr lang="en-US" b="1" dirty="0"/>
              <a:t> </a:t>
            </a:r>
            <a:r>
              <a:rPr lang="en-US" dirty="0"/>
              <a:t>We invite feedback and potential collaboration to refine and develop this solution further.</a:t>
            </a:r>
          </a:p>
        </p:txBody>
      </p:sp>
    </p:spTree>
    <p:extLst>
      <p:ext uri="{BB962C8B-B14F-4D97-AF65-F5344CB8AC3E}">
        <p14:creationId xmlns:p14="http://schemas.microsoft.com/office/powerpoint/2010/main" val="168461177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250</TotalTime>
  <Words>384</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Garamond</vt:lpstr>
      <vt:lpstr>Jost</vt:lpstr>
      <vt:lpstr>Organic</vt:lpstr>
      <vt:lpstr>Content creating Virtual Assistants at   Contact center</vt:lpstr>
      <vt:lpstr>Problem Statement</vt:lpstr>
      <vt:lpstr>Market Size</vt:lpstr>
      <vt:lpstr>Existing Solutions</vt:lpstr>
      <vt:lpstr>Solution Approach and USP</vt:lpstr>
      <vt:lpstr>High-Level Technology Architecture</vt:lpstr>
      <vt:lpstr>Feasibility and Prototype Development</vt:lpstr>
      <vt:lpstr>Conclusion and Call to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VULLANGULA VENKATA SIVA GANGADHAR</dc:creator>
  <cp:lastModifiedBy>VULLANGULA VENKATA SIVA GANGADHAR</cp:lastModifiedBy>
  <cp:revision>1</cp:revision>
  <dcterms:created xsi:type="dcterms:W3CDTF">2024-11-10T10:47:30Z</dcterms:created>
  <dcterms:modified xsi:type="dcterms:W3CDTF">2025-01-29T13:48:42Z</dcterms:modified>
</cp:coreProperties>
</file>